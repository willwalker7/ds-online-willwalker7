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c504b8bc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c504b8bc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c504b8bc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c504b8bc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c504b8bc8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c504b8bc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c504b8bc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c504b8bc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c504b8bc8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c504b8bc8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c504b8bc8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dc504b8bc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ChatGPT Image 5 may 2026, 17_22_5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ChatGPT Image 5 may 2026, 15_16_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6584225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84225" y="1206025"/>
            <a:ext cx="2559775" cy="273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0138" y="1034550"/>
            <a:ext cx="5123725" cy="365355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2662950" y="353475"/>
            <a:ext cx="38181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Las mujeres y los niños primero, pero …</a:t>
            </a:r>
            <a:endParaRPr b="1" sz="17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15" title="ChatGPT Image 5 may 2026, 17_12_0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/>
        </p:nvSpPr>
        <p:spPr>
          <a:xfrm>
            <a:off x="2587513" y="406700"/>
            <a:ext cx="39690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Clara prioridad según la clase del pasajero</a:t>
            </a:r>
            <a:endParaRPr b="1" sz="17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588" y="1578125"/>
            <a:ext cx="8708876" cy="272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6" title="ChatGPT Image 5 may 2026, 17_08_5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/>
        </p:nvSpPr>
        <p:spPr>
          <a:xfrm>
            <a:off x="458875" y="2229750"/>
            <a:ext cx="3273000" cy="6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Mayor tasa de supervivencia en mujeres que en niños </a:t>
            </a:r>
            <a:endParaRPr b="1" sz="17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2375" y="500263"/>
            <a:ext cx="4976825" cy="4142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 title="ChatGPT Image 5 may 2026, 17_16_2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1" cy="5146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925" y="1885575"/>
            <a:ext cx="8734148" cy="27294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831300" y="700300"/>
            <a:ext cx="7481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¿Existe relación entre el puerto de embarque y la probabilidad de supervivencia?</a:t>
            </a:r>
            <a:endParaRPr b="1" sz="17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18" title="ChatGPT Image 5 may 2026, 17_18_4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712" y="1587350"/>
            <a:ext cx="8818573" cy="27558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9"/>
          <p:cNvSpPr txBox="1"/>
          <p:nvPr/>
        </p:nvSpPr>
        <p:spPr>
          <a:xfrm>
            <a:off x="415650" y="569800"/>
            <a:ext cx="83127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La relación existente es entre el tipo de clase predominante según el puerto de embarque</a:t>
            </a:r>
            <a:endParaRPr b="1" sz="17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19" title="ChatGPT Image 5 may 2026, 17_19_5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